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1828800"/>
            <a:ext cx="4572000" cy="45720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4114800" cy="5486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🏆 计算机设计大赛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430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CDC健康检测系统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CFF"/>
                </a:solidFill>
              </a:defRPr>
            </a:pPr>
            <a:r>
              <a:t>Web前端开发作品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389120"/>
            <a:ext cx="1554480" cy="4114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4622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Next.js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389120"/>
            <a:ext cx="1554480" cy="4114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44622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React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4389120"/>
            <a:ext cx="1554480" cy="4114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4622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0" y="4389120"/>
            <a:ext cx="1554480" cy="4114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44622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Supabase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4389120"/>
            <a:ext cx="1554480" cy="411480"/>
          </a:xfrm>
          <a:prstGeom prst="roundRect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446227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AAC8"/>
                </a:solidFill>
              </a:defRPr>
            </a:pPr>
            <a:r>
              <a:t>第十五届大学生计算机设计大赛 | Web应用与开发赛道</a:t>
            </a:r>
          </a:p>
          <a:p>
            <a:pPr algn="ctr">
              <a:defRPr sz="1400">
                <a:solidFill>
                  <a:srgbClr val="788CAA"/>
                </a:solidFill>
              </a:defRPr>
            </a:pPr>
            <a:r>
              <a:t>基于现代Web技术的健康监测平台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91440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用户端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417320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Web浏览器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17320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响应式设计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PWA支持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212848"/>
            <a:ext cx="91440" cy="914400"/>
          </a:xfrm>
          <a:prstGeom prst="rect">
            <a:avLst/>
          </a:prstGeom>
          <a:solidFill>
            <a:srgbClr val="96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4414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前端框架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441448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532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Next.js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2441448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532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React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441448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53288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TypeScript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36976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36976"/>
            <a:ext cx="91440" cy="914400"/>
          </a:xfrm>
          <a:prstGeom prst="rect">
            <a:avLst/>
          </a:prstGeom>
          <a:solidFill>
            <a:srgbClr val="00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19856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465576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API层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0" y="3465576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55701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Next.js API Routes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465576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55701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RESTful设计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465576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557016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数据校验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261104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261104"/>
            <a:ext cx="91440" cy="914400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443984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☁️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489704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云服务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4489704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458114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Supabase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4489704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458114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PostgreSQL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4489704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58114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实时订阅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285232"/>
            <a:ext cx="11247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285232"/>
            <a:ext cx="91440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468112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51383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932"/>
                </a:solidFill>
              </a:defRPr>
            </a:pPr>
            <a:r>
              <a:t>设备层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5513832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5605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Web Bluetooth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5513832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0" y="5605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心率带对接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5513832"/>
            <a:ext cx="2011680" cy="457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5605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78FF"/>
                </a:solidFill>
              </a:defRPr>
            </a:pPr>
            <a:r>
              <a:t>实时采集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914400"/>
            <a:ext cx="3657600" cy="3657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前端开发亮点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CFF"/>
                </a:solidFill>
              </a:defRPr>
            </a:pPr>
            <a:r>
              <a:t>FRONTEND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Next.js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App Router</a:t>
            </a:r>
            <a:br/>
            <a:r>
              <a:t>服务端渲染</a:t>
            </a:r>
            <a:br/>
            <a:r>
              <a:t>SEO友好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46304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原子化CSS</a:t>
            </a:r>
            <a:br/>
            <a:r>
              <a:t>响应式设计</a:t>
            </a:r>
            <a:br/>
            <a:r>
              <a:t>主题定制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6304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0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6517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shadcn/ui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Radix UI组件</a:t>
            </a:r>
            <a:br/>
            <a:r>
              <a:t>TypeScript</a:t>
            </a:r>
            <a:br/>
            <a:r>
              <a:t>无障碍支持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1480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数据可视化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实时图表</a:t>
            </a:r>
            <a:br/>
            <a:r>
              <a:t>ECharts集成</a:t>
            </a:r>
            <a:br/>
            <a:r>
              <a:t>交互体验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411480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42976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状态管理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852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React Context</a:t>
            </a:r>
            <a:br/>
            <a:r>
              <a:t>数据持久化</a:t>
            </a:r>
            <a:br/>
            <a:r>
              <a:t>本地存储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114800"/>
            <a:ext cx="3657600" cy="2468880"/>
          </a:xfrm>
          <a:prstGeom prst="roundRect">
            <a:avLst/>
          </a:prstGeom>
          <a:solidFill>
            <a:srgbClr val="142850"/>
          </a:solidFill>
          <a:ln>
            <a:solidFill>
              <a:srgbClr val="FF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2976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安全设计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5852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B4C8DC"/>
                </a:solidFill>
              </a:defRPr>
            </a:pPr>
            <a:r>
              <a:t>RLS权限控制</a:t>
            </a:r>
            <a:br/>
            <a:r>
              <a:t>数据校验</a:t>
            </a:r>
            <a:br/>
            <a:r>
              <a:t>XSS防护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亮点功能展示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28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51760" cy="13716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用户管理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646E78"/>
                </a:solidFill>
              </a:defRPr>
            </a:pPr>
            <a:r>
              <a:t>登录注册</a:t>
            </a:r>
            <a:br/>
            <a:r>
              <a:t>角色权限</a:t>
            </a:r>
            <a:br/>
            <a:r>
              <a:t>头像系统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09728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097280"/>
            <a:ext cx="2651760" cy="137160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数据看板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646E78"/>
                </a:solidFill>
              </a:defRPr>
            </a:pPr>
            <a:r>
              <a:t>实时心率</a:t>
            </a:r>
            <a:br/>
            <a:r>
              <a:t>趋势图表</a:t>
            </a:r>
            <a:br/>
            <a:r>
              <a:t>数据筛选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09728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097280"/>
            <a:ext cx="2651760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463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体征监测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646E78"/>
                </a:solidFill>
              </a:defRPr>
            </a:pPr>
            <a:r>
              <a:t>多参数显示</a:t>
            </a:r>
            <a:br/>
            <a:r>
              <a:t>实时更新</a:t>
            </a:r>
            <a:br/>
            <a:r>
              <a:t>预警提醒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1097280"/>
            <a:ext cx="2651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0" y="1097280"/>
            <a:ext cx="2651760" cy="137160"/>
          </a:xfrm>
          <a:prstGeom prst="rect">
            <a:avLst/>
          </a:prstGeom>
          <a:solidFill>
            <a:srgbClr val="965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463040"/>
            <a:ext cx="2651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/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743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932"/>
                </a:solidFill>
              </a:defRPr>
            </a:pPr>
            <a:r>
              <a:t>响应式设计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646E78"/>
                </a:solidFill>
              </a:defRPr>
            </a:pPr>
            <a:r>
              <a:t>PC/平板/手机</a:t>
            </a:r>
            <a:br/>
            <a:r>
              <a:t>自适应布局</a:t>
            </a:r>
            <a:br/>
            <a:r>
              <a:t>统一体验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React Hooks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Context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CSS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Flexbox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Dark Mode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0" y="5486400"/>
            <a:ext cx="1828800" cy="41148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0" y="55778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78FF"/>
                </a:solidFill>
              </a:defRPr>
            </a:pPr>
            <a:r>
              <a:t>Animation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作品总结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CFF"/>
                </a:solidFill>
              </a:defRPr>
            </a:pPr>
            <a:r>
              <a:t>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技术选型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Next.js App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React 19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Tailwind CSS + shadcn/ui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Supabase 云数据库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965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创新特色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83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HR→Mi→Tcr递推算法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40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实时数据可视化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97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Web Bluetooth对接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PMV-PPD热舒适度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657600" cy="4114800"/>
          </a:xfrm>
          <a:prstGeom prst="roundRect">
            <a:avLst/>
          </a:prstGeom>
          <a:solidFill>
            <a:srgbClr val="14285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74320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参赛信息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83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计算机设计大赛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404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Web应用与开发赛道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第十五届大赛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54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DC"/>
                </a:solidFill>
              </a:defRPr>
            </a:pPr>
            <a:r>
              <a:t>• 团队合作开发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126480"/>
            <a:ext cx="121916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感谢聆听！欢迎交流！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