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731520"/>
            <a:ext cx="68580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8412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🏛️ 新加坡国立大学研究院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保形有机表皮干电极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CFF"/>
                </a:solidFill>
              </a:defRPr>
            </a:pPr>
            <a:r>
              <a:t>测量人体心率和皮肤表面温度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8C00"/>
                </a:solidFill>
              </a:defRPr>
            </a:pPr>
            <a:r>
              <a:t>💡 核心材料：本征导电有机聚合物（PEDOT:PSS）+ 柔性弹性基底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2651760" cy="2011680"/>
          </a:xfrm>
          <a:prstGeom prst="roundRect">
            <a:avLst/>
          </a:prstGeom>
          <a:solidFill>
            <a:srgbClr val="1428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机械柔性+自粘附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B4C8DC"/>
                </a:solidFill>
              </a:defRPr>
            </a:pPr>
            <a:r>
              <a:t>完美贴合皮肤</a:t>
            </a:r>
            <a:br/>
            <a:r>
              <a:t>重物负载不脱落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114800"/>
            <a:ext cx="2651760" cy="2011680"/>
          </a:xfrm>
          <a:prstGeom prst="roundRect">
            <a:avLst/>
          </a:prstGeom>
          <a:solidFill>
            <a:srgbClr val="142850"/>
          </a:solidFill>
          <a:ln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2062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0292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高导电率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440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B4C8DC"/>
                </a:solidFill>
              </a:defRPr>
            </a:pPr>
            <a:r>
              <a:t>稳定传输微弱信号</a:t>
            </a:r>
            <a:br/>
            <a:r>
              <a:t>可直接点亮LED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14800"/>
            <a:ext cx="2651760" cy="2011680"/>
          </a:xfrm>
          <a:prstGeom prst="roundRect">
            <a:avLst/>
          </a:prstGeom>
          <a:solidFill>
            <a:srgbClr val="142850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2062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0292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抗汗可拉伸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440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B4C8DC"/>
                </a:solidFill>
              </a:defRPr>
            </a:pPr>
            <a:r>
              <a:t>运动出汗稳定接触</a:t>
            </a:r>
            <a:br/>
            <a:r>
              <a:t>无凝胶失效问题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114800"/>
            <a:ext cx="2651760" cy="2011680"/>
          </a:xfrm>
          <a:prstGeom prst="roundRect">
            <a:avLst/>
          </a:prstGeom>
          <a:solidFill>
            <a:srgbClr val="142850"/>
          </a:solidFill>
          <a:ln>
            <a:solidFill>
              <a:srgbClr val="B4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2062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0292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保形接触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440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B4C8DC"/>
                </a:solidFill>
              </a:defRPr>
            </a:pPr>
            <a:r>
              <a:t>紧密贴合曲面</a:t>
            </a:r>
            <a:br/>
            <a:r>
              <a:t>降低接触阻抗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测量原理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3C3C"/>
                </a:solidFill>
              </a:defRPr>
            </a:pPr>
            <a:r>
              <a:t>❤️ 心率测量原理（ECG心电图法）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932"/>
                </a:solidFill>
              </a:defRPr>
            </a:pPr>
            <a:r>
              <a:t>电极贴附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48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有机干电极粘贴胸部/手臂</a:t>
            </a:r>
            <a:br/>
            <a:r>
              <a:t>无需导电凝胶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906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80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932"/>
                </a:solidFill>
              </a:defRPr>
            </a:pPr>
            <a:r>
              <a:t>信号采集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46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捕捉皮肤表面微弱心电信号</a:t>
            </a:r>
            <a:br/>
            <a:r>
              <a:t>传输到采集模块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879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77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932"/>
                </a:solidFill>
              </a:defRPr>
            </a:pPr>
            <a:r>
              <a:t>信号处理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434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放大、滤波去除噪声</a:t>
            </a:r>
            <a:br/>
            <a:r>
              <a:t>还原心电图波形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37760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852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74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932"/>
                </a:solidFill>
              </a:defRPr>
            </a:pPr>
            <a:r>
              <a:t>心率计算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4406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识别QRS波群间隔</a:t>
            </a:r>
            <a:br/>
            <a:r>
              <a:t>计算每分钟心跳次数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097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FF"/>
                </a:solidFill>
              </a:defRPr>
            </a:pPr>
            <a:r>
              <a:t>🌡️ 皮肤温度测量原理（NTC热敏）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645920"/>
            <a:ext cx="5486400" cy="1371600"/>
          </a:xfrm>
          <a:prstGeom prst="roundRect">
            <a:avLst/>
          </a:prstGeom>
          <a:solidFill>
            <a:srgbClr val="F0F8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8FF"/>
                </a:solidFill>
              </a:defRPr>
            </a:pPr>
            <a:r>
              <a:t>📋 热敏复合传感层材料构成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945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• 导电相：PEDOT:PSS / 碳纳米管 / 石墨烯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8716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• 柔性基底：水性聚氨酯(WPU) / Ecoflex / PDMS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779775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• 增塑剂：山梨醇 / 离子液体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200400"/>
            <a:ext cx="5486400" cy="2011680"/>
          </a:xfrm>
          <a:prstGeom prst="roundRect">
            <a:avLst/>
          </a:prstGeom>
          <a:solidFill>
            <a:srgbClr val="F0F8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3375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8FF"/>
                </a:solidFill>
              </a:defRPr>
            </a:pPr>
            <a:r>
              <a:t>⚡ 温度传感物理机制（NTC效应）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🌡️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749039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646E78"/>
                </a:solidFill>
              </a:defRPr>
            </a:pPr>
            <a:r>
              <a:t>温度升高 → 聚合物热膨胀</a:t>
            </a:r>
            <a:br/>
            <a:r>
              <a:t>→ 导电颗粒间距增大</a:t>
            </a:r>
            <a:br/>
            <a:r>
              <a:t>→ 导电通路概率下降</a:t>
            </a:r>
            <a:br/>
            <a:r>
              <a:t>→ 电阻上升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17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6177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646E78"/>
                </a:solidFill>
              </a:defRPr>
            </a:pPr>
            <a:r>
              <a:t>温度升高 → 载流子迁移率提升</a:t>
            </a:r>
            <a:br/>
            <a:r>
              <a:t>→ 聚合物链段运动增强</a:t>
            </a:r>
            <a:br/>
            <a:r>
              <a:t>→ 电导率上升（主导NTC）</a:t>
            </a:r>
            <a:br/>
            <a:r>
              <a:t>→ 电阻下降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✨ 技术亮点：同基底共集成设计 + 功能解耦 + 力学匹配 + 工艺兼容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E78"/>
                </a:solidFill>
              </a:defRPr>
            </a:pPr>
            <a:r>
              <a:t>一片超薄可拉伸聚合物基底 = ECG干电极阵列 + 热敏复合传感层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