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1828800" cy="18288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5943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🏆 计算机设计大赛 · Web应用与开发赛道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CDC健康检测系统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0DCFF"/>
                </a:solidFill>
              </a:defRPr>
            </a:pPr>
            <a:r>
              <a:t>基于现代Web技术的热舒适度实时监测平台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06240"/>
            <a:ext cx="182880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心率监测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206240"/>
            <a:ext cx="182880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代谢计算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206240"/>
            <a:ext cx="182880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体温预测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4206240"/>
            <a:ext cx="182880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CDC评估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4206240"/>
            <a:ext cx="1828800" cy="45720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智能预警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846320"/>
            <a:ext cx="1828800" cy="457200"/>
          </a:xfrm>
          <a:prstGeom prst="roundRect">
            <a:avLst/>
          </a:prstGeom>
          <a:solidFill>
            <a:srgbClr val="1E32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CFF"/>
                </a:solidFill>
              </a:defRPr>
            </a:pPr>
            <a:r>
              <a:t>Next.js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846320"/>
            <a:ext cx="1828800" cy="457200"/>
          </a:xfrm>
          <a:prstGeom prst="roundRect">
            <a:avLst/>
          </a:prstGeom>
          <a:solidFill>
            <a:srgbClr val="1E32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937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CFF"/>
                </a:solidFill>
              </a:defRPr>
            </a:pPr>
            <a:r>
              <a:t>React 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4846320"/>
            <a:ext cx="1828800" cy="457200"/>
          </a:xfrm>
          <a:prstGeom prst="roundRect">
            <a:avLst/>
          </a:prstGeom>
          <a:solidFill>
            <a:srgbClr val="1E32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937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CFF"/>
                </a:solidFill>
              </a:defRPr>
            </a:pPr>
            <a:r>
              <a:t>Tailwind CSS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59" y="4846320"/>
            <a:ext cx="1828800" cy="457200"/>
          </a:xfrm>
          <a:prstGeom prst="roundRect">
            <a:avLst/>
          </a:prstGeom>
          <a:solidFill>
            <a:srgbClr val="1E32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59" y="4937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CFF"/>
                </a:solidFill>
              </a:defRPr>
            </a:pPr>
            <a:r>
              <a:t>Supabase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846320"/>
            <a:ext cx="1828800" cy="457200"/>
          </a:xfrm>
          <a:prstGeom prst="roundRect">
            <a:avLst/>
          </a:prstGeom>
          <a:solidFill>
            <a:srgbClr val="1E32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4937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CFF"/>
                </a:solidFill>
              </a:defRPr>
            </a:pPr>
            <a:r>
              <a:t>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实时监测 · 智能预警 · 健康保障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核心功能与技术创新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932"/>
                </a:solidFill>
              </a:defRPr>
            </a:pPr>
            <a:r>
              <a:t>🎯 核心功能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❤️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心率监测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蓝牙心率带实时采集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79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代谢计算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HR→Mi→Tcr递推算法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79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体温预测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提前预警热射病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CDC评估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PMV-PPD热舒适度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40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服装建议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基于环境智能推荐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932"/>
                </a:solidFill>
              </a:defRPr>
            </a:pPr>
            <a:r>
              <a:t>⚡ 技术创新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645920"/>
            <a:ext cx="5760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874519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HR→Mi→Tcr递推算法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通过心率预测核心体温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2788920"/>
            <a:ext cx="5760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017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9260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多参数融合模型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9183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综合环境+生理多维数据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931920"/>
            <a:ext cx="5760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160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☁️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069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云端实时同步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数据云端上传多端同步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5074920"/>
            <a:ext cx="5760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3035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932"/>
                </a:solidFill>
              </a:defRPr>
            </a:pPr>
            <a:r>
              <a:t>响应式设计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PC/平板/手机自适应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技术架构与参赛信息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🛠️ 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029200" cy="7315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FF"/>
                </a:solidFill>
              </a:defRPr>
            </a:pPr>
            <a:r>
              <a:t>用户端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Web浏览器 + 响应式设计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33472"/>
            <a:ext cx="5029200" cy="7315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06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FF"/>
                </a:solidFill>
              </a:defRPr>
            </a:pPr>
            <a: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4495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Next.js 16 + 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38144"/>
            <a:ext cx="5029200" cy="7315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75303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75303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FF"/>
                </a:solidFill>
              </a:defRPr>
            </a:pPr>
            <a: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9624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Next.js API 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42816"/>
            <a:ext cx="5029200" cy="7315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79976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FF"/>
                </a:solidFill>
              </a:defRPr>
            </a:pPr>
            <a:r>
              <a:t>数据库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54296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Supabase 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47488"/>
            <a:ext cx="5029200" cy="7315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8464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846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FF"/>
                </a:solidFill>
              </a:defRPr>
            </a:pPr>
            <a:r>
              <a:t>设备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458968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C"/>
                </a:solidFill>
              </a:defRPr>
            </a:pPr>
            <a:r>
              <a:t>Web Bluetooth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🏆 参赛信息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828800"/>
            <a:ext cx="5760720" cy="2377440"/>
          </a:xfrm>
          <a:prstGeom prst="roundRect">
            <a:avLst/>
          </a:prstGeom>
          <a:solidFill>
            <a:srgbClr val="1428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C00"/>
                </a:solidFill>
              </a:defRPr>
            </a:pPr>
            <a:r>
              <a:t>赛事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📋 第十五届大学生计算机设计大赛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468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C00"/>
                </a:solidFill>
              </a:defRPr>
            </a:pPr>
            <a:r>
              <a:t>赛道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🖥️ Web应用与开发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926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C00"/>
                </a:solidFill>
              </a:defRPr>
            </a:pPr>
            <a:r>
              <a:t>技术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926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💻 Next.js + React + TypeScript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383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C00"/>
                </a:solidFill>
              </a:defRPr>
            </a:pPr>
            <a:r>
              <a:t>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☁️ Supabase 云数据库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🌍 应用场景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5029200"/>
            <a:ext cx="1828800" cy="82296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5120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🏗️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高温作业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5029200"/>
            <a:ext cx="1828800" cy="82296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5120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运动训练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59" y="5029200"/>
            <a:ext cx="1828800" cy="82296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59" y="5120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医疗健康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62179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感谢聆听！欢迎交流！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