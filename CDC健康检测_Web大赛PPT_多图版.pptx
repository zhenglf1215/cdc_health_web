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64008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097280"/>
            <a:ext cx="41148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🏆 计算机设计大赛 Web赛道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CDC健康检测系统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DCFF"/>
                </a:solidFill>
              </a:defRPr>
            </a:pPr>
            <a:r>
              <a:t>现代Web前端技术开发实践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201168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Next.js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114800"/>
            <a:ext cx="201168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206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14800"/>
            <a:ext cx="201168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206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114800"/>
            <a:ext cx="201168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06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Supabase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4114800"/>
            <a:ext cx="201168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206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用户端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Web浏览器 / 响应式设计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45720" cy="182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4028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前端框架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Next.js 16 + React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45720" cy="182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29184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API层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Next.js API Routes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45720" cy="182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34340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☁️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云服务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Supabase 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45720" cy="182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39496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设备层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Web Bluetooth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_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前端开发亮点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CFF"/>
                </a:solidFill>
              </a:defRPr>
            </a:pPr>
            <a:r>
              <a:t>FRONTEND DEVELOPMENT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200400" cy="164592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Next.js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App Router服务端渲染</a:t>
            </a:r>
            <a:br/>
            <a:r>
              <a:t>TypeScript类型安全</a:t>
            </a:r>
            <a:br/>
            <a:r>
              <a:t>SEO友好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3200400" cy="1645920"/>
          </a:xfrm>
          <a:prstGeom prst="roundRect">
            <a:avLst/>
          </a:prstGeom>
          <a:solidFill>
            <a:srgbClr val="142850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原子化CSS</a:t>
            </a:r>
            <a:br/>
            <a:r>
              <a:t>响应式设计</a:t>
            </a:r>
            <a:br/>
            <a:r>
              <a:t>主题定制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29200"/>
            <a:ext cx="3200400" cy="1645920"/>
          </a:xfrm>
          <a:prstGeom prst="roundRect">
            <a:avLst/>
          </a:prstGeom>
          <a:solidFill>
            <a:srgbClr val="142850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166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shadcn/ui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Radix UI组件</a:t>
            </a:r>
            <a:br/>
            <a:r>
              <a:t>无障碍支持</a:t>
            </a:r>
            <a:br/>
            <a:r>
              <a:t>可定制主题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371600"/>
            <a:ext cx="3200400" cy="1645920"/>
          </a:xfrm>
          <a:prstGeom prst="roundRect">
            <a:avLst/>
          </a:prstGeom>
          <a:solidFill>
            <a:srgbClr val="142850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15087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554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数据可视化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实时图表</a:t>
            </a:r>
            <a:br/>
            <a:r>
              <a:t>交互体验</a:t>
            </a:r>
            <a:br/>
            <a:r>
              <a:t>数据筛选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功能展示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417320"/>
            <a:ext cx="73152" cy="3657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用户管理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登录注册 · 角色权限 · 头像系统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331720"/>
            <a:ext cx="73152" cy="365760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数据看板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实时心率 · 趋势图表 · 数据筛选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175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🌡️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46120"/>
            <a:ext cx="73152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1546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体征监测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多参数显示 · 实时更新 · 预警提醒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319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60520"/>
            <a:ext cx="73152" cy="365760"/>
          </a:xfrm>
          <a:prstGeom prst="rect">
            <a:avLst/>
          </a:prstGeom>
          <a:solidFill>
            <a:srgbClr val="96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响应式设计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PC/平板/手机 · 自适应布局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463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74920"/>
            <a:ext cx="73152" cy="3657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983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状态管理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React Context · 数据持久化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760720"/>
            <a:ext cx="731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989320"/>
            <a:ext cx="73152" cy="365760"/>
          </a:xfrm>
          <a:prstGeom prst="rect">
            <a:avLst/>
          </a:prstGeom>
          <a:solidFill>
            <a:srgbClr val="FF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897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932"/>
                </a:solidFill>
              </a:defRPr>
            </a:pPr>
            <a:r>
              <a:t>安全设计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RLS权限 · 数据校验 · XSS防护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作品总结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CFF"/>
                </a:solidFill>
              </a:defRPr>
            </a:pPr>
            <a:r>
              <a:t>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技术选型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Next.js App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React 19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Supabase 云数据库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shadcn/ui 组件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创新特色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832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HR→Mi→Tcr递推算法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40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实时数据可视化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97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Web Bluetooth对接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548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PMV-PPD热舒适度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响应式设计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参赛信息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832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计算机设计大赛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40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Web应用与开发赛道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97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第十五届大赛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548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现代Web技术栈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212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团队合作开发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61264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感谢聆听！欢迎交流！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