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核心算法：HR → Mi → Tcr 递推模型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CFF"/>
                </a:solidFill>
              </a:defRPr>
            </a:pPr>
            <a:r>
              <a:t>CORE ALGORITHM: HEART RATE → METABOLIC RATE → CORE TEMPERATURE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00400" cy="2286000"/>
          </a:xfrm>
          <a:prstGeom prst="roundRect">
            <a:avLst/>
          </a:prstGeom>
          <a:solidFill>
            <a:srgbClr val="142850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❤️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心率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实时采集</a:t>
            </a:r>
            <a:br/>
            <a:r>
              <a:t>蓝牙心率带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200400" cy="2286000"/>
          </a:xfrm>
          <a:prstGeom prst="roundRect">
            <a:avLst/>
          </a:prstGeom>
          <a:solidFill>
            <a:srgbClr val="14285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0040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代谢率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能量消耗</a:t>
            </a:r>
            <a:br/>
            <a:r>
              <a:t>劳动强度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FF8C00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200400" cy="2286000"/>
          </a:xfrm>
          <a:prstGeom prst="roundRect">
            <a:avLst/>
          </a:prstGeom>
          <a:solidFill>
            <a:srgbClr val="1428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1168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20040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核心体温 Tcr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749039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预测值</a:t>
            </a:r>
            <a:br/>
            <a:r>
              <a:t>热风险评估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💡 核心计算公式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DCFF"/>
                </a:solidFill>
              </a:defRPr>
            </a:pPr>
            <a:r>
              <a:t>Mi = 65 + (HR - HRrest) / (180 - 0.65×Age - HRrest) × [(41.7 - 0.22×Age) × W^(2/3) - 65]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劳动代谢率 = 65 + 根据心率与静息心率差值 × 人体表面积参数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CFF"/>
                </a:solidFill>
              </a:defRPr>
            </a:pPr>
            <a:r>
              <a:t>Tcr(t+1) = Tcr(t) + 0.0036 × (Mi - 55) × 0.0952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算法创新优势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51760" cy="137160"/>
          </a:xfrm>
          <a:prstGeom prst="rect">
            <a:avLst/>
          </a:prstGeom>
          <a:solidFill>
            <a:srgbClr val="FF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提前预警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173736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3C3C"/>
                </a:solidFill>
              </a:defRPr>
            </a:pPr>
            <a:r>
              <a:t>15-30分钟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E78"/>
                </a:solidFill>
              </a:defRPr>
            </a:pPr>
            <a:r>
              <a:t>通过心率变化</a:t>
            </a:r>
            <a:br/>
            <a:r>
              <a:t>提前预测体温上升</a:t>
            </a:r>
            <a:br/>
            <a:r>
              <a:t>及早发现热射病风险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09728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97280"/>
            <a:ext cx="2651760" cy="1371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371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774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多参数融合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2926080"/>
            <a:ext cx="173736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999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8FF"/>
                </a:solidFill>
              </a:defRPr>
            </a:pPr>
            <a:r>
              <a:t>综合分析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83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E78"/>
                </a:solidFill>
              </a:defRPr>
            </a:pPr>
            <a:r>
              <a:t>融合心率、年龄、体重</a:t>
            </a:r>
            <a:br/>
            <a:r>
              <a:t>环境温湿度</a:t>
            </a:r>
            <a:br/>
            <a:r>
              <a:t>服装热阻等参数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09728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097280"/>
            <a:ext cx="2651760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371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3774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实时递推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926080"/>
            <a:ext cx="173736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99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秒级更新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383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E78"/>
                </a:solidFill>
              </a:defRPr>
            </a:pPr>
            <a:r>
              <a:t>基于前一时刻Tcr</a:t>
            </a:r>
            <a:br/>
            <a:r>
              <a:t>递推计算下一时刻</a:t>
            </a:r>
            <a:br/>
            <a:r>
              <a:t>持续跟踪体温变化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09728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1097280"/>
            <a:ext cx="2651760" cy="137160"/>
          </a:xfrm>
          <a:prstGeom prst="rect">
            <a:avLst/>
          </a:prstGeom>
          <a:solidFill>
            <a:srgbClr val="96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37160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3774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科学依据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2926080"/>
            <a:ext cx="1737360" cy="3657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99923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650FF"/>
                </a:solidFill>
              </a:defRPr>
            </a:pPr>
            <a:r>
              <a:t>国际标准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383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6E78"/>
                </a:solidFill>
              </a:defRPr>
            </a:pPr>
            <a:r>
              <a:t>基于PMV-PPD模型</a:t>
            </a:r>
            <a:br/>
            <a:r>
              <a:t>和生理学研究成果</a:t>
            </a:r>
            <a:br/>
            <a:r>
              <a:t>计算结果可靠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🔄 传统 vs 我们的方案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C3C"/>
                </a:solidFill>
              </a:defRPr>
            </a:pPr>
            <a:r>
              <a:t>❌ 传统方式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• 仅测量皮肤表面温度</a:t>
            </a:r>
            <a:br/>
            <a:r>
              <a:t>• 依赖人工定期检测</a:t>
            </a:r>
            <a:br/>
            <a:r>
              <a:t>• 发现时往往已发病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303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878"/>
                </a:solidFill>
              </a:defRPr>
            </a:pPr>
            <a:r>
              <a:t>✅ 我们的方案</a:t>
            </a:r>
          </a:p>
          <a:p>
            <a:pPr>
              <a:defRPr sz="1200">
                <a:solidFill>
                  <a:srgbClr val="646E78"/>
                </a:solidFill>
              </a:defRPr>
            </a:pPr>
            <a:r>
              <a:t>• 通过心率预测核心体温</a:t>
            </a:r>
            <a:br/>
            <a:r>
              <a:t>• 实时自动监测</a:t>
            </a:r>
            <a:br/>
            <a:r>
              <a:t>• 提前15-30分钟预警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